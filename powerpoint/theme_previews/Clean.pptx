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</a:rPr>
              <a:t>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보고서 ·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C3E50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C3E50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