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3474720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Corporate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Corporate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제안서 ·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01  개요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423160"/>
            <a:ext cx="347472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02  주요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03  데이터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04  결론 및 제언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365760"/>
            <a:ext cx="8165592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457200"/>
            <a:ext cx="8165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C1C"/>
                </a:solidFill>
              </a:rPr>
              <a:t>슬라이드 제목이 여기에 표시됩니다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051560"/>
            <a:ext cx="8165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</a:rPr>
              <a:t>부제목 또는 섹션 설명 텍스트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1417320"/>
            <a:ext cx="8165592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40" y="1600200"/>
            <a:ext cx="2599944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40" y="1600200"/>
            <a:ext cx="2599944" cy="914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</a:rPr>
              <a:t>핵심 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C1C"/>
                </a:solidFill>
              </a:rPr>
              <a:t>98.5%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C1C1C"/>
                </a:solidFill>
              </a:rPr>
              <a:t>목표 달성률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1864" y="1600200"/>
            <a:ext cx="2599944" cy="1645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1864" y="1600200"/>
            <a:ext cx="259994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3304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분석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3304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▲ 24%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3304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전월 대비 성장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14688" y="1600200"/>
            <a:ext cx="2599944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4688" y="1600200"/>
            <a:ext cx="2599944" cy="914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6128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1C1C"/>
                </a:solidFill>
              </a:rPr>
              <a:t>제언 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6128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1C1C"/>
                </a:solidFill>
              </a:rPr>
              <a:t>3가지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6128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C1C1C"/>
                </a:solidFill>
              </a:rPr>
              <a:t>개선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429000"/>
            <a:ext cx="8165592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520440"/>
            <a:ext cx="8165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본문 텍스트는 이 영역에 배치됩니다. 데이터 기반의 인사이트와 핵심 메시지를 명확하게 전달하며, 시각적 요소와 조화를 이루는 레이아웃으로 구성됩니다.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6400800"/>
            <a:ext cx="8165592" cy="4572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Company Name  |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7352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