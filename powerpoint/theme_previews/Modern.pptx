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474720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760720"/>
            <a:ext cx="3474720" cy="109728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0F0"/>
                </a:solidFill>
              </a:rPr>
              <a:t>Modern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5720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005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FF"/>
                </a:solidFill>
              </a:rPr>
              <a:t>피칭 · 제안서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01  개요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423160"/>
            <a:ext cx="3474720" cy="502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02  주요 내용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03  데이터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7490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04  결론 및 제언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40" y="365760"/>
            <a:ext cx="8165592" cy="7315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457200"/>
            <a:ext cx="81655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0F0F0"/>
                </a:solidFill>
              </a:rPr>
              <a:t>슬라이드 제목이 여기에 표시됩니다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1051560"/>
            <a:ext cx="8165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CC"/>
                </a:solidFill>
              </a:rPr>
              <a:t>부제목 또는 섹션 설명 텍스트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40" y="1417320"/>
            <a:ext cx="816559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40" y="1600200"/>
            <a:ext cx="2599944" cy="16459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40" y="1600200"/>
            <a:ext cx="2599944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0F0"/>
                </a:solidFill>
              </a:rPr>
              <a:t>핵심 지표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F0F0"/>
                </a:solidFill>
              </a:rPr>
              <a:t>98.5%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</a:rPr>
              <a:t>목표 달성률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1864" y="1600200"/>
            <a:ext cx="2599944" cy="16459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31864" y="1600200"/>
            <a:ext cx="259994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3304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분석 결과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3304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▲ 24%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3304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</a:rPr>
              <a:t>전월 대비 성장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14688" y="1600200"/>
            <a:ext cx="2599944" cy="1645920"/>
          </a:xfrm>
          <a:prstGeom prst="rect">
            <a:avLst/>
          </a:prstGeom>
          <a:solidFill>
            <a:srgbClr val="12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14688" y="1600200"/>
            <a:ext cx="2599944" cy="9144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6128" y="173736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0F0F0"/>
                </a:solidFill>
              </a:rPr>
              <a:t>제언 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6128" y="2057400"/>
            <a:ext cx="24170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0F0F0"/>
                </a:solidFill>
              </a:rPr>
              <a:t>3가지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6128" y="2606040"/>
            <a:ext cx="24170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0F0F0"/>
                </a:solidFill>
              </a:rPr>
              <a:t>개선 포인트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40" y="3429000"/>
            <a:ext cx="8165592" cy="2743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3520440"/>
            <a:ext cx="816559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CC"/>
                </a:solidFill>
              </a:rPr>
              <a:t>본문 텍스트는 이 영역에 배치됩니다. 데이터 기반의 인사이트와 핵심 메시지를 명확하게 전달하며, 시각적 요소와 조화를 이루는 레이아웃으로 구성됩니다.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6400800"/>
            <a:ext cx="8165592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0" y="6446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Company Name  | 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17352" y="64465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